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21992" y="19202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SAKINA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1719072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2F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الوعي الظرفي بحركية الحشود وتكيّف الشبكة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19072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سكينة: الطمأنينة والسكون — الحالة التي يسعى إليها الحجاج.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394192" y="41605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19072" y="438912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وكيل ذكاء اصطناعي يقرأ إشارات شبكة الاتصالات الحية لرصد مخاطر تدافع الحشود في التجمعات الجماهيرية، ويرفع أولوية اتصال المستجيبين للطوارئ — لكن فقط لمن تستطيع الشبكة تأكيد هويتهم.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19072" y="58064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GSMA MENA IGNITE · الموضوع 3 — السياحة والحج والابتكار الثقافي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61722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فريق سكينة · محمود همام · تقديم مرحلة الفكرة، 20 أغسطس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كثافة الحشود غير مرئية — حتى تصبح مميتة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439912" y="1737360"/>
            <a:ext cx="3200400" cy="228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8439912" y="1965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7922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+2,000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668512" y="2971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حاج قُتلوا في تدافع منى 2015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يجمع الحج نحو مليوني شخص في مساحة لا تتجاوز بضعة كيلومترات مربعة في منى. لا توجد شبكة استشعار كثيفة فوق الموقع، وتركيب واحدة مشروع مدني يستغرق سنوات.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7498080" cy="100584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7355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الفشل المركّب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5844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ترتفع الكثافة، تتدهور شبكة الجوّال — في اللحظة التي يحتاج فيها المستجيبون إلى الاتصال أكثر من أي وقت. الازدحام هو في آن واحد عرَض الخطر وعائق الاستجابة له.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لكن كل حاج يحمل بالفعل هاتفًا — والشبكة تعرف بالفعل شيئًا عن جميعهم. هذه الإشارة موجودة أصلاً؛ لا أحد يقرأها كأداة سلامة.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الجوهرية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قراءة الازدحام دليل — وليست حقيقة مطلقة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تُرجع واجهة Congestion Insights من CAMARA مستوى ثقة (0-100) مع كل قراءة. هذا الحقل هو جوهر المشروع بأكمله.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2" y="1920240"/>
          <a:ext cx="5486400" cy="210312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يُقرأ كـ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الثقة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الازدحام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الوقت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معتبرة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عالٍ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13:33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شبه عديمة القيمة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متوسط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13:38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ضعيفة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عالٍ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13:43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حاسمة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97%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منخفض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13:48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1920240"/>
            <a:ext cx="5349240" cy="960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0299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العتبات يقرأ آخر قراءة فقط — منخفض — ويتوقف عن التنبه.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لكن هل هذا تفرّق فعلي للحشود، أم أن القياس عن بُعد تحسّن فقط بينما بقي الحشد؟ الإجابة تتطلب موازنة اتجاه الثقة مقابل إشارات مساندة قد تتعارض — لا يمكن التعبير عنها بجملة شرطية.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11109960" cy="169164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/>
          <p:nvPr/>
        </p:nvSpPr>
        <p:spPr>
          <a:xfrm>
            <a:off x="63093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هذه النافذة الزمنية تحسب سكينة: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100%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82296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الأجهزة على وضع الرسائل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القصيرة فقط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7472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في تحسّن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47472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اتجاه الثقة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(71% ← 97%)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12648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1.33/2.0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12648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التقلب — الخلية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مستقرة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77824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1.11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77824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المتوسط المرجَّح بالثقة</a:t>
            </a:r>
            <a:endParaRPr lang="en-US" sz="1150" dirty="0"/>
          </a:p>
          <a:p>
            <a:pPr rtl="1"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(المتوسط البسيط 1.25)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100% من الأجهزة على الرسائل القصيرة فقط تناقض القراءة المطمئنة “منخفض”. سكينة تُظهر التناقض بدلاً من حلّه بعيدًا.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يحتاج هذا إلى وكيل ذكي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نفس الأدلة، ثلاثة قرّاء — تم التحقق منها حيًّا لا مجرد ادّعاء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نفس نافذة اختبار المنصة من الشريحة السابقة، عبر ثلاثة مستويات من الاستدلال.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434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وكيل سكينة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مكالمة Gemini حية، نفس الأدلة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0.95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ثقة عالية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يسمّي الإشارة الحاسمة صراحةً: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4805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2F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“...100% من الأجهزة على الرسائل القصيرة فقط تؤكد تشبعًا شديدًا للكثافة بغض النظر عن تقلبات مقياس الازدحام.”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5623560"/>
            <a:ext cx="315468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صحيح — يرفض بحق أن يُطمأن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7A5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حساب استدلالي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2628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brain.py الحتمي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7A5A1C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0.69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2628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الخطورة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2628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يخصم بشكل صحيح القراءة 16%. يصل جزئيًا — لكن مخرجاته نفسها تقول ذلك بوضوح: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448056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7A5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“هذا مجرد حساب حدّي: لا يمكنه التمييز بين التفرّق الحقيقي وفقدان القياس عن بُعد.”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5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جزئي — درجة مرتفعة، بلا تفسير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عتبة ساذجة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7532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تقرأ آخر قراءة فقط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7532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B23A2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“منخفض”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27532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ترى ثقة 97% في آخر قراءة وتستنتج أن المنطقة آمنة. تتجاهل القراءات المتقلبة قبلها وتشبّع الرسائل القصيرة تمامًا.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7532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خطأ — كانت ستتوقف أثناء التشبّع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 المقترح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سبع واجهات CAMARA، ينسّقها وكيل — لا مستخدم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سكينة وكيل يعامل ازدحام شبكة الجوّال كمقياس بديل فوري لكثافة الحشود، ويستدل على مدى الثقة بكل قراءة، ويرفع تلقائيًا أولوية اتصال مستجيبي الطوارئ عند وجود خطر جوهري — لكن فقط لمن تستطيع الشبكة نفسها تأكيد هويته.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90872" y="2148840"/>
          <a:ext cx="6949440" cy="4114800"/>
        </p:xfrm>
        <a:graphic>
          <a:graphicData uri="http://schemas.openxmlformats.org/drawingml/2006/table">
            <a:tbl>
              <a:tblPr/>
              <a:tblGrid>
                <a:gridCol w="4572000"/>
                <a:gridCol w="2377440"/>
              </a:tblGrid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دورها في الوكيل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واجهة CAMARA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المقياس البديل الأساسي للكثافة — اتجاه مرجَّح بالثقة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رؤى الازدحام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يؤسس الازدحام جغرافيًا؛ إشارة جودة التموضع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استرجاع الموقع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هل هذا المستجيب فعلاً حيث يدّعي؟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التحقق من الموقع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وضع الرسائل القصيرة يدعم الكثافة؛ التجوال للهوية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حالة الجهاز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بوابة الهوية — تبديل حديث يمنع الرفع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تبديل شريحة 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الإجراء: رفع أولوية المستجيبين المتحقق منهم فقط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جودة الخدمة عند الطلب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نموذج أحداث دخول المنطقة (اشتراك، المرحلة 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السياج الجغرافي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2148840"/>
            <a:ext cx="3931920" cy="4114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331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كل واجهة تستحق مكانها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شيء زخرفي — كل واجهة ترتبط بعقدة محددة في مخطط استدلال الوكيل، تم التحقق منها حيًّا مقابل منصة Nokia Network-as-Code.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3657600"/>
            <a:ext cx="324612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46120" y="3886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5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85800" y="39593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عائلات واجهات استُخدمت حيًّا من البداية للنهاية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46120" y="4572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21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85800" y="46451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اختبارًا على نواة الترجيح بالثقة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4612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85800" y="533095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مفاتيح مطلوبة في وضع إعادة التشغيل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تصميم الوكيل الذكي والتنسيق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مخطط حالة LangGraph — الحواف الشرطية هي المنتج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992124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992124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الإدراك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96696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جمع الإشارات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90956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8" name="Text 6"/>
          <p:cNvSpPr/>
          <p:nvPr/>
        </p:nvSpPr>
        <p:spPr>
          <a:xfrm>
            <a:off x="790956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وزن الأدلة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7492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07492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التحقق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الهوية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306324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الرفع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1417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508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التنفيذ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18288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QoD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0" y="420624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7A5A1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4297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التقرير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17720" y="4617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السجل + الاستطلاع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601200" y="1805940"/>
            <a:ext cx="32004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754880" y="1805940"/>
            <a:ext cx="32004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6656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069080" y="13030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الخطورة ≥ 0.55 أو علم التصعيد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240280" y="1805940"/>
            <a:ext cx="8229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-365760" y="13030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الخطورة ≥ 0.70 والموافقة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394460" y="2194560"/>
            <a:ext cx="33604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080760" y="2194560"/>
            <a:ext cx="26746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807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800100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خطورة منخفضة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909060" y="2194560"/>
            <a:ext cx="1485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3949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356616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85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توقف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شيء هنا زر يضغطه المشغّل. الدالتان _after_assess و _after_decide في agent.py تختاران المسار وقت التشغيل.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البيانات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Nokia Network-as-Code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8036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الواجهة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88036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الاحتياطي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2064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Llama 3.3 70B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6948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الاستدلال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36092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(flash-lite)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50976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0120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التنسيق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60120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جميعها من دليل الموارد وأدوات الذكاء الاصطناعي الخاص بالهاكاثون — لا أدوات خارجه في طبقة الوكيل.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الموثوقية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التدهور التدريجي — تم التحقق منه عمدًا، لا ملاحظته صدفة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التوقف الآمن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عدم توفر نموذج يعني عدم رفع QoD. رفض مستجيب حقيقي أمر قابل للتصحيح؛ منح منتحل أولوية طيف ترددي ليس كذلك.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الواجهة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وضع hybrid يقدّم استجابة مسجَّلة عند فشل مكالمة حية — ويُصرّح بذلك في السجل. البيانات المخزَّنة لا تُقدَّم أبدًا على أنها حية.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النموذج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تعذّر الوصول إلى Gemini أو تقييد معدله ← Groq Llama 3.3 70B. عند تعذّر كليهما ← حساب استدلالي حتمي، موصوف بوضوح بأنه أدنى.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109960" cy="233172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قسري حي، 2026-07-17 — مخرجات سجل حقيقية، مفتاح Gemini غير صالح عمدًا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Gemini غير متاح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ClientError: 400 — المفتاح غير صالح — المحاولة مع المزوّد التالي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الخطورة 0.40 (ثقة منخفضة) · عبر groq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كثافة الحشود تبدو منخفضة، لكن ثقة القياس عن بُعد منخفضة أيضًا...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العامل الرئيسي: متوسط الازدحام المرجَّح بالثقة</a:t>
            </a:r>
            <a:endParaRPr lang="en-US" sz="11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الاستمرار في المراقبة — الخطورة 0.40 أقل من حد التصعيد 0.55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طبقة الأمان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من يستطيع تفعيل رفع النطاق الترددي يتحكم به — وهذا يستحق الاستهداف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رفع أي مستجيب، تتحقق سكينة من رؤية الشبكة نفسها لذلك الجهاز: تبديل شريحة SIM، حالة التجوال، التحقق من الموقع. رفض طبيب طوارئ حقيقي يكلّف أرواحًا أيضًا — فهذا حكم، لا قاعدة. التجوال وحده لا يعني شيئًا؛ الحج أكبر حدث تجوال على وجه الأرض.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63640" y="2331720"/>
            <a:ext cx="5349240" cy="3749040"/>
          </a:xfrm>
          <a:prstGeom prst="rect">
            <a:avLst/>
          </a:prstGeom>
          <a:solidFill>
            <a:srgbClr val="2A1513"/>
          </a:solidFill>
          <a:ln/>
        </p:spPr>
      </p:sp>
      <p:sp>
        <p:nvSpPr>
          <p:cNvPr id="6" name="Text 4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وحدة الطبيب 1 — ألفا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37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+99999991000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37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تم تبديل شريحة SIM قبل 12 دقيقة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تجوال على شبكة أجنبية (HU)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37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التحقق من الموقع: خطأ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رسائل قصيرة فقط — لا جلسة بيانات لترقيتها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C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مرفوض — انتحال محتمل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5349240" cy="3749040"/>
          </a:xfrm>
          <a:prstGeom prst="rect">
            <a:avLst/>
          </a:prstGeom>
          <a:solidFill>
            <a:srgbClr val="12271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وحدة الطبيب 2 — برافو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+99999991001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لا يوجد تبديل شريحة مسجَّل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غير متجوّل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التحقق من الموقع: صحيح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قادر على البيانات — تم إنشاء جلسة QoD حيًّا وتحريرها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solidFill>
            <a:srgbClr val="1E8A55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EA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مقبول — تم رفع QoD حيًّا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التحقق منه، لا مجرد ادّعاء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شبكة Nokia NaC حيّة + Gemini حي، خمس دورات حقيقية متتالية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مُخرَج مرحلة الفكرة هو الاستدلال، لا واجهة مستخدم مصقولة — وحدة التحكم الكاملة والفيديو التوضيحي يصلان في نموذج المرحلة 2 (تقديم سبتمبر).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2743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run_cycle.py jamarat-bridge — SAKINA_MODE=live، مخرجات سجل حقيقية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الإدراك — رؤى الازدحام · استرجاع الموقع · حالة الجهاز  [حي]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تم جمع الإشارات — 3 طلبات CAMARA · متوسط الازدحام المرجَّح 0.52 (المتوسط البسيط 0.80)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التقييم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الخطورة 0.35 (ثقة عالية) · عبر gemini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اتجهت قراءات الازدحام نحو ثقة عالية (99%) عند 12:27، مما يؤكد أن التقلب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السابق كان مشكلة قياس عن بُعد لا موجة حشود حقيقية. 0% رسائل قصيرة فقط،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لا مواقع قديمة — الشبكة تعمل بشكل طبيعي.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الاستمرار في المراقبة — الخطورة 0.35 أقل من حد التصعيد 0.55</a:t>
            </a:r>
            <a:endParaRPr lang="en-US" sz="11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التقرير — 3 طلبات CAMARA (3 حي، 0 مخزَّن) عبر 3 واجهات · الاستطلاع التالي خلال 60 ثانية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جلسة QoD حقيقية أُنشئت وحُرِّرت مقابل الجهاز النظيف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9768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حية متتالية، JSON صالح، أرقام مستشهد بها حقيقية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F6E56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5/5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04672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واجهات استخدمها الوكيل تم التحقق منها حيًّا (الازدحام، الموقع، حالة الجهاز، تبديل الشريحة، QoD)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العمل والتسويق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المشغّلون يملكون البيانات بالفعل — لا يملكون طبقة الحكم</a:t>
            </a:r>
            <a:endParaRPr lang="en-US" sz="2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25112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5577840"/>
                <a:gridCol w="1737360"/>
              </a:tblGrid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مشغّلو الاتصالات — STC، موبايلي، زين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المشتري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يملكون بالفعل علاقة CAMARA/NaC وبيانات المشتركين — سكينة طبقة الاستدلال التي يرخّصونها لا يبنونها.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السبب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يعيد المشغّل بيع “سلامة الحشود كخدمة” لمن يدير التجمع — وزارة الحج والعمرة، مشغّلو الملاعب، شركات التأمين.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العميل النهائي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ترخيص لكل موسم حج — رقم واحد واضح لكل تجمع كبير، لا فاتورة واجهة مقيسة.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التسعير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الملكية الفكرية المميّزة هي الحكم تحت إشارات متعارضة — لا الوصول إلى CAMARA، المتاح لأي مشغّل مشترك في NaC.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لماذا الشراء لا البناء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السوق المحتمل بعد الحج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العمرة — على مدار العام، لا موسم واحد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الملاعب والمنشآت الكبرى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فعاليات بحجم إكسبو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أسواق وتجمعات رمضان الليلية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نفس البنية، نفس السبع واجهات — فقط قائمة المناطق والأجهزة تتغيّر.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25112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والتوافق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6202B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مبني وفق المعايير التي يقيّم عليها المحكّمون فعليًا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8138160" y="15270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الابتكار والأصالة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5270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استدلال مرجَّح بالثقة عبر بيانات CAMARA — لا محرك عتبات يرتدي نموذج ذكاء كزينة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8138160" y="24871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48716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يستهدف مباشرة نمط فشل تدافع منى 2015: كثافة غير مرئية، اتصال مستجيبين متدهور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الوكيلي وتنسيق الواجهات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44728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عائلات واجهات CAMARA تم التحقق منها حيًّا في آلة حالة LangGraph واحدة؛ الحواف الشرطية يختارها الوكيل لا المشغّل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4407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الجدوى التقنية واستخدام الواجهات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40740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مكالمات Nokia NaC حية، جلسة QoD حقيقية أُنشئت وحُرِّرت، 21 اختبارًا ناجحًا، وضع إعادة التشغيل لا يحتاج مفاتيح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8138160" y="53675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قابلية التوسع والجدوى التجارية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536752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مرخّص عبر المشغّلين مع سوق محتمل واضح بعد الحج — العمرة، الملاعب، إكسبو، رمضان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188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وكيل واحد مصقول، سبع واجهات تم التحقق منها، مشغّل واحد يراقب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394192" y="23317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الفريق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76656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FC9B0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سكينة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02336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محمود همام — بانٍ منفرد: تصميم الوكيل، تكامل CAMARA، البنية الكاملة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mhmood.hmmam@gmail.com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6656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F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التالي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ED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تقوية النموذج الأولي حتى 8 سبتمبر · عرض حي وتقديم بحلول 12 سبتمبر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16152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C79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GSMA MENA IGNITE · الموضوع 3 — السياحة والحج والابتكار الثقافي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2026-07-17T14:03:25Z</dcterms:created>
  <dcterms:modified xsi:type="dcterms:W3CDTF">2026-07-17T14:03:25Z</dcterms:modified>
</cp:coreProperties>
</file>