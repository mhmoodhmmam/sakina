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97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Situational Awareness for Kinetic crowd Intelligence &amp; Network Adaptation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sakīna (سَكِينَة): tranquility, stillness — the state pilgrims seek.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8912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reads live telecom network signals to detect crowd-crush risk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mass gatherings, and elevates emergency responder bandwidth — but only for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whose identity the network can vouch for.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064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 ·  THEME 3 — TOURISM, PILGRIMAGE &amp; CULTURAL EXPERIENCE INNOVATION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SAKINA  ·  Mahmoud Samaha  ·  Idea Phase submission, 20 Aug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 density is invisible — until it is already lethal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228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C7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pilgrims killed in the 2015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 crush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 concentrates roughly </a:t>
            </a: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million people</a:t>
            </a: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few square kilometres of Mina. There is no dense sensor grid over the site, and installing one is a multi-year civil project.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0" y="3154680"/>
            <a:ext cx="7498080" cy="10058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327355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 failure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3584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density spikes, the cellular network degrades — at exactly the moment responders most need connectivity. Congestion is simultaneously the symptom of the danger and the obstacle to responding to it.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every pilgrim already carries a handset </a:t>
            </a: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the network already knows something about all of them. That signal already exists; nobody is reading it as a safety instrument.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congestion reading is evidence — not a fact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Congestion Insights returns a confidenceLevel (0–100) with every reading. That single field is the whole project.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486400" cy="21701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Congestion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Confidence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as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substantial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Medium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near-worthless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weak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Low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decisive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1920240"/>
            <a:ext cx="5349240" cy="960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Text 4"/>
          <p:cNvSpPr/>
          <p:nvPr/>
        </p:nvSpPr>
        <p:spPr>
          <a:xfrm>
            <a:off x="6537960" y="20299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engine reads the latest bucket — Low — and stands down.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09360" y="30632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is that dispersal, or did telemetry merely improve while the crowd stayed? </a:t>
            </a: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that is not expressible as an if-statement — it requires weighing a confidence trend against corroborating signals that may disagree.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109960" cy="169164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window SAKINA computes: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296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(naive mean 1.25)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7472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1.33/2.0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47472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— the cell is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settled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12648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12648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trend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(71% → 97%)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782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7824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on SMS-only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SMS-only contradicts the reassuring “Low” reading. SAKINA surfaces the contradiction rather than resolving it away.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NEEDS AN AGENT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evidence, three readers — verified live, not claimed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playground window from the previous slide, run through three levels of reasoning.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threshold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the latest bucket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“Low”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down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97% confidence on the newest reading and concludes the zone is safe. Ignores the volatile 71/16/51 readings before it and the SMS-only saturation entirely.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would stand down during data-plane saturation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7A5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 arithmetic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brain.py deterministic fallback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A5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0.69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2628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 correctly discounts the 16% reading. Gets partway there — but its own output says it plainly: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2628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threshold arithmetic only: it cannot distinguish genuine dispersal from telemetry loss.”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2628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elevated score, zero explanation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611880" cy="4434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 agent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7532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Gemini call, same evidence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7532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27532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7532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deciding signal explicitly: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532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“100% SMS-only fallback... confirms extreme density regardless of the congestion metric’s fluctuations.”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75320" y="5623560"/>
            <a:ext cx="315468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correctly refuses to be reassured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CAMARA APIs, orchestrated by an agent — not a user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SAKINA treats mobile network congestion as a real-time proxy for crowd density, reasons about how much to trust each reading, and autonomously elevates emergency responder bandwidth when risk is material — but only for responders whose identity the network itself can vouch for.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6949440" cy="411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CAMARA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Congestion Insights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density proxy — confidence-weighted trend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Grounds congestion in geography; fix-quality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Verification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this responder actually where they claim?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SMS-only fallback corroborates density; roaming for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Swap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gate — a recent swap blocks elevation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on 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action: elevate verified responders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Geofencing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Zone-entry event model (subscription API,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7726680" y="2148840"/>
            <a:ext cx="3931920" cy="4114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2331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API earns its place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955280" y="27432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is decorative — each maps to a specific node in the agent's reasoning graph, verified live against the Nokia Network-as-Code portal.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55280" y="3657600"/>
            <a:ext cx="324612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91540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families exercised live end-to-end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4572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915400" y="46451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on the confidence-weighting core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5528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915400" y="53309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required in replay mode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DESIGN &amp; ORCHESTRATION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LangGraph StateGraph — the conditional edges are the product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signals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146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8" name="Text 6"/>
          <p:cNvSpPr/>
          <p:nvPr/>
        </p:nvSpPr>
        <p:spPr>
          <a:xfrm>
            <a:off x="25146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evidence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2578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identity-gate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elevation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9669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126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 QoD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760720" y="420624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7A5A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4297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6440" y="4617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+ next poll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14884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1480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160520" y="13030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0.55 or escalate flag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82396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69680" y="13030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0.70 &amp; cleared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8040" y="2194560"/>
            <a:ext cx="35890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314700" y="2194560"/>
            <a:ext cx="2628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94360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260604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low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37960" y="2194560"/>
            <a:ext cx="1485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5379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772668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button the operator presses. agent.py::_after_assess / _after_decide choose the edge at run time.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036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88036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(flash-lite)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2064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70B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6948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6092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0976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60120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Network-as-Code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from the hackathon's AI Resource &amp; Tooling Guide — no tooling outside it in the agent layer.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Graceful degradation — verified deliberately, not observed by accident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unreachable or rate-limited → Groq Llama 3.3 70B. Both unreachable → deterministic heuristic, clearly labelled inferior in the trace.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fallback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 serves a recorded fixture when a live CAMARA call fails — and says so in the trace. Cached data is never disguised as live.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reachable means no QoD elevation. Refusing a medic is recoverable; handing an impersonator priority spectrum is not.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23317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live, 2026-07-17 — real trace output, GEMINI_API_KEY intentionally invalid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gemini unavailable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ClientError: 400 INVALID_ARGUMENT — API key not valid — trying next provider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0.40 (low confidence) · via groq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Crowd density appears to be low, but telemetry confidence is also low...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 driver: confidence-weighted mean congestion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0.40 below escalation floor 0.55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can trigger bandwidth elevation controls it — that's worth attacking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elevating any responder, SAKINA checks the network's own view of that handset: SIM Swap, roaming status, Location Verification. Refusing a real medic also costs lives — so this is judgement, not a rule. Roaming alone means nothing; Hajj is the largest roaming event on earth. Three coherent signals mean something.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3749040"/>
          </a:xfrm>
          <a:prstGeom prst="rect">
            <a:avLst/>
          </a:prstGeom>
          <a:solidFill>
            <a:srgbClr val="2A151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1 — Alpha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 swapped 12 minutes ago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Roaming on a foreign network (HU)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FALSE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Reachable, SMS-only — no data session to prioritise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— plausible impersonation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2331720"/>
            <a:ext cx="5349240" cy="3749040"/>
          </a:xfrm>
          <a:prstGeom prst="rect">
            <a:avLst/>
          </a:prstGeom>
          <a:solidFill>
            <a:srgbClr val="12271D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2 — Bravo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SIM swap on record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roaming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TRUE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37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Data-capable — QoD session created live, session released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solidFill>
            <a:srgbClr val="1E8A55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— QoD elevated live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CLAIMED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Nokia NaC + live Gemini, five consecutive real cycles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Phase deliverable is the reasoning, not a polished UI — full operator console and demo video land in the Phase 2 prototype (Sep submission).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2743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run_cycle.py jamarat-bridge — SAKINA_MODE=live, real trace output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PERCEIVE — congestion_insights.query · location.retrieve · device_status.reachability  [LIVE]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Signals gathered — 3 CAMARA calls · congestion weighted mean 0.52 (naive 0.80)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ASSESS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0.35 (high confidence) · via gemini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Congestion readings trended toward high confidence (99%) at 12:27, confirming the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 volatility was a telemetry issue rather than a crowd surge. 0% SMS-only,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 stale fixes — the network is operating normally.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0.35 below escalation floor 0.55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REPORT — 3 CAMARA calls (3 live, 0 cached) across 3 APIs · next poll in 60s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used by the agent verified live (congestion, location, device_status, sim_swap, QoD)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9768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29768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live cycles, valid JSON, real cited numbers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QoD session created and released against the clean device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MONETIZATION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 already hold the data — they don't hold the judgement layer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MNOs — STC, Mobily, Zain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holds the CAMARA / NaC relationship and subscriber data — SAKINA is the reasoning layer they license, not the data access they lack.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customer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operator resells “crowd-safety-as-a-service” to whoever runs the gathering — Ministry of Hajj &amp; Umrah, stadium operators, event insurers.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Per-pilgrim-season licence — matches how Hajj logistics contracts already work; one clear number per major gathering, not a metered API bill.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buy, not build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IP is judgement under disagreeing signals — not CAMARA access, which every NaC-subscribed operator already has.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83210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beyond Hajj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Umrah — year-round, not one season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Stadiums &amp; major venues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210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Expo-scale events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Ramadan markets &amp; night gatherings</a:t>
            </a:r>
            <a:endParaRPr lang="en-US" sz="1200" dirty="0"/>
          </a:p>
        </p:txBody>
      </p:sp>
      <p:sp>
        <p:nvSpPr>
          <p:cNvPr id="4" name="Shape 8"/>
          <p:cNvSpPr/>
          <p:nvPr/>
        </p:nvSpPr>
        <p:spPr>
          <a:xfrm>
            <a:off x="83210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210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architecture, same 7 APIs — only the zone roster and device list change.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against the rubric judges actually score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270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Originality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5270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trend reasoning over CAMARA data — not a threshold engine wearing an LLM as decoration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871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4871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targets the failure mode of the 2015 Mina crush: invisible density, degraded responder connectivity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Multi-API Orchestration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344728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CAMARA API families live-verified in one LangGraph state machine; conditional edges chosen by the agent, not the 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07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 &amp; API Usage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44074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Nokia NaC calls, live QoD session created and released, 21 passing tests, replay mode needs zero credentials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Commercial Viability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536752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Operator-licensed model with a clear TAM beyond Hajj — Umrah, stadiums, Expo, Ramadan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polished agent, seven verified APIs, one operator watching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23317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Mahmoud Samaha — solo builder: agent design, CAMARA integration, full stack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mhmud.smaha@gmail.com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hardening through Sep 8 · live demo + submission by Sep 12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· THEME 3 — TOURISM, PILGRIMAGE &amp; CULTURAL EXPERIENCE INNOVATION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1760</Words>
  <Application>Microsoft Office PowerPoint</Application>
  <PresentationFormat>Widescreen</PresentationFormat>
  <Paragraphs>247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Mhmoud Smaha</cp:lastModifiedBy>
  <cp:revision>2</cp:revision>
  <dcterms:created xsi:type="dcterms:W3CDTF">2026-07-17T13:15:25Z</dcterms:created>
  <dcterms:modified xsi:type="dcterms:W3CDTF">2026-07-19T13:23:54Z</dcterms:modified>
</cp:coreProperties>
</file>